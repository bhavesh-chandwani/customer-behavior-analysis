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052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SQL Server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Males customers generate higher total revenue than female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$60</a:t>
            </a:r>
          </a:p>
          <a:p>
            <a:pPr marL="0" indent="0" algn="l">
              <a:lnSpc>
                <a:spcPts val="11150"/>
              </a:lnSpc>
              <a:buNone/>
            </a:pP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3.45%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 Light</vt:lpstr>
      <vt:lpstr>DM Sans</vt:lpstr>
      <vt:lpstr>Libre Baskerville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Bhavesh Chandwani</cp:lastModifiedBy>
  <cp:revision>2</cp:revision>
  <dcterms:created xsi:type="dcterms:W3CDTF">2025-10-14T02:52:14Z</dcterms:created>
  <dcterms:modified xsi:type="dcterms:W3CDTF">2026-04-08T14:39:51Z</dcterms:modified>
</cp:coreProperties>
</file>